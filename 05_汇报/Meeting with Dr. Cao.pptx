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b7aa3b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b7aa3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b7aa3b2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b7aa3b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b7aa3b2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b7aa3b2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with Dr.Cao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09/2/26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Challenges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Not fully understand labview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Not be able to get actual signal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Not </a:t>
            </a:r>
            <a:r>
              <a:rPr b="1" lang="en" sz="1100">
                <a:solidFill>
                  <a:schemeClr val="dk1"/>
                </a:solidFill>
              </a:rPr>
              <a:t>understanding</a:t>
            </a:r>
            <a:r>
              <a:rPr b="1" lang="en" sz="1100">
                <a:solidFill>
                  <a:schemeClr val="dk1"/>
                </a:solidFill>
              </a:rPr>
              <a:t> the optical alignment the the equipment use in the system and the concept of it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For example pinhole, beam splitter, different type of </a:t>
            </a:r>
            <a:r>
              <a:rPr b="1" lang="en" sz="1100">
                <a:solidFill>
                  <a:schemeClr val="dk1"/>
                </a:solidFill>
              </a:rPr>
              <a:t>transducer(</a:t>
            </a:r>
            <a:r>
              <a:rPr b="1" lang="en" sz="1100">
                <a:solidFill>
                  <a:schemeClr val="dk1"/>
                </a:solidFill>
              </a:rPr>
              <a:t> impact the snr of the signal we get)The comprehensive of PAM system is not strong enough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rogress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Getting signal from oscilloscope, but it is noise 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Reason did not put water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Trying</a:t>
            </a:r>
            <a:r>
              <a:rPr b="1" lang="en" sz="1100">
                <a:solidFill>
                  <a:schemeClr val="dk1"/>
                </a:solidFill>
              </a:rPr>
              <a:t> to write the program in matlab version starting from aline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 able to using the </a:t>
            </a:r>
            <a:r>
              <a:rPr b="1" lang="en" sz="1100">
                <a:solidFill>
                  <a:schemeClr val="dk1"/>
                </a:solidFill>
              </a:rPr>
              <a:t>functional</a:t>
            </a:r>
            <a:r>
              <a:rPr b="1" lang="en" sz="1100">
                <a:solidFill>
                  <a:schemeClr val="dk1"/>
                </a:solidFill>
              </a:rPr>
              <a:t> wave </a:t>
            </a:r>
            <a:r>
              <a:rPr b="1" lang="en" sz="1100">
                <a:solidFill>
                  <a:schemeClr val="dk1"/>
                </a:solidFill>
              </a:rPr>
              <a:t>generator</a:t>
            </a:r>
            <a:r>
              <a:rPr b="1" lang="en" sz="1100">
                <a:solidFill>
                  <a:schemeClr val="dk1"/>
                </a:solidFill>
              </a:rPr>
              <a:t> to trigger ;aser and getting signal from </a:t>
            </a:r>
            <a:r>
              <a:rPr b="1" lang="en" sz="1100">
                <a:solidFill>
                  <a:schemeClr val="dk1"/>
                </a:solidFill>
              </a:rPr>
              <a:t>photodiode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Watch the video from jove (high speed ultraviolet photoacoustic microscopy for histological imaging with virtual staining assisted by deep learning)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lan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Starting to write code in matlab version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Reading the labview program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 want to start from move x move y and move z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Then</a:t>
            </a:r>
            <a:r>
              <a:rPr b="1" lang="en" sz="1100">
                <a:solidFill>
                  <a:schemeClr val="dk1"/>
                </a:solidFill>
              </a:rPr>
              <a:t> from a scan to bscan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9700" y="1188250"/>
            <a:ext cx="4882599" cy="23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