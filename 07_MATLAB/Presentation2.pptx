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4132-85A5-C579-7D2F-32DAE2290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27B58-D09B-4FEC-117E-AE34B9A4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76EF8-53BB-BAB5-06E7-3EA6A200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4C1AA-9CC1-F8C3-49C5-876DF304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DEAB5-FD0A-77AA-3A2D-9CF02EA4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4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EDCD-EEB5-808B-9F9D-0186F055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18BAB-FC5E-0704-2212-3DAD30909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9749C-38EB-CBE6-8379-01691D87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DDCCA-3195-27E5-7405-8FCB1CDE4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42CCD-034A-F50E-C103-3D0618D1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677E-0796-F860-0D95-EA020A80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E6BF7-253F-2C53-1EAB-AEBB934D3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374CA-48BC-1B6C-F816-59498FF8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411A7-89BA-5472-B94A-CD1A72DC0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5501F-1549-5ABC-8710-3CAE8B76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2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26EF-C716-0B95-44E3-A51A28DC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A7AA2-2425-7AFF-87E6-8601E13C1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E7D5A-BE22-A420-4726-25DDE37BF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62C4C-60B5-D673-C0C0-3D4FF75C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26D09-FABE-40A0-C754-F3DE945C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854B8-DFCA-4BFC-7752-DFE17B9B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8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03BEC-2DF3-37FB-DB3E-633D5F4A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E6381-1A12-E4B6-1169-663AB9637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2F17A-D7E6-6663-DFAC-3336CC75E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10FBA-BE64-198F-344D-CFC061B2D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D3AE3-5D1E-D3DE-6253-E2359F70F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67AC04-2540-6196-C22A-CA0EF92F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91E62-30A1-4A7D-75A9-840B49AE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E74BCA-E128-7522-BB05-3078E996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6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ECA5-4CDA-AB11-5A79-26971EAC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24C55-4A42-F251-9688-F601ACF6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D84B1-58AE-6678-0DBA-AF01283A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476B2-5FE2-019B-3E6B-FA5F98CB9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2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14552-3FA6-F542-AAD7-EBF024D6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C4B902-71A7-DD40-B357-3B734F5E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BE904-9C8D-AC1E-E857-44E51914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2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9007-3BD8-A3E3-D122-4EDEA79C8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804C7-7762-A95F-641B-DBE8E1F2C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34CF0-976E-29AF-230C-EA0918EF5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476ED-BDBF-B061-C48C-BD24FD57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C9AE7-4FCB-5E72-4773-9EDAD385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C39D4-1878-90E8-2C4F-166794F3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8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8233-B26A-7B4B-85B7-62EECDD3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1C2384-05E8-59DB-2993-FCAB58519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00FAB-713E-4F18-9364-4381A67A5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50CE4-192D-19B4-C4F0-AC4B931D2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C207C-AD0C-4A9B-4885-06FC1862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4D753-5FB5-3B9C-DB62-FEE87FFE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7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F0D4-E305-BDAD-7FBF-BD33E538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7E73D-CD06-B93C-E168-042B884F7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A98D4-1DB0-3B35-30C2-FBAAD0AE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E9683-0F2A-47EC-F107-C963B14D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522DB-D9D6-E8FD-B15C-72A8192A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2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5C6AD-D75F-FB2C-66E5-FCFF95544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3C563-9B54-F966-0EAF-CC3F17127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7E6AF-DF77-1D1B-3402-9B38D83F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D4B1-371B-1179-858E-B841ECE9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7208F-B2A5-696E-10E4-0CEA7DD2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83610-14A6-D261-83F9-B44D8801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B5F80-4F03-94DE-3DD5-5CD4AB7A9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A255C-2019-6CC7-4F76-F7DE8B111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11DC5-AB6D-4B9F-BA00-91FEE836709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365F6-3D5A-B833-080C-90C2BD9A8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71178-BDFB-2EBE-D786-7736A9A95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00958-81E8-4482-820B-51F9A47E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2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BC01-E1AC-4D9A-FEF5-0FFA9C6788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2B6B7-D7F4-1471-47F5-A7DBAEAE85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153E8-2830-4E4A-64DF-80B43713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313"/>
            <a:ext cx="12192000" cy="659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835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5E00-D338-AEB5-7AF7-E3649A46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276F6-77CB-4D83-92E8-AB0B3F21F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DB23F-C13B-A202-DF34-EC0596B32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0"/>
            <a:ext cx="523875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71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 Liu</dc:creator>
  <cp:lastModifiedBy>Xi Liu</cp:lastModifiedBy>
  <cp:revision>1</cp:revision>
  <dcterms:created xsi:type="dcterms:W3CDTF">2026-09-28T00:05:42Z</dcterms:created>
  <dcterms:modified xsi:type="dcterms:W3CDTF">2026-09-28T01:20:13Z</dcterms:modified>
</cp:coreProperties>
</file>